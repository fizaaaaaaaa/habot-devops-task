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68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749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59BB-E1A5-6635-6B20-8BE2965F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C6C53-A3E5-ADAA-F877-381A05A62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E4F15-B921-5632-872D-FA79F0ACA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1A904-D9F1-CF97-C517-4762844B1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76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F57E3-D66F-9832-114C-868E2237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27EC8-47BA-5B2B-482C-94C4DC0FE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405A4-34E8-4105-9897-E3379D83F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33185-0B43-8F35-11FB-9380D3498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21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izaaaaaaaa/habot-devops-tas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 err="1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</a:t>
            </a:r>
            <a:r>
              <a:rPr lang="en-US" sz="14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Staging, Automated Build Gates,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Clean Data Validation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Fiza C 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fathimafiza1612@gmail.com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&amp; Objective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933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and what the project needed to prove.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Secure Terraform Provisioning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620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+ BigQuery, encrypted, least-privilege, row-level security.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29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Poka-Yoke CI/CD Gate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07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fail-closed pipeline that blocks bad commits automatically.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97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DCYN Schema Validation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5994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Django serializer that eliminates ambiguous data at the door.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Live Demonstration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6811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every task actually running successfully.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Restoring System Integrity After a Staging Failure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55448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developer pushed unencrypted API credentials into raw application code, and triggered a database schema mismatch that broke downstream analytics.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not to patch the one bug — it was to build automated safeguards ("Poka-Yoke") so this class of mistake becomes structurally impossible to ship.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infrastructure itself with Terraform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4480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48056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checkpoint that catches human error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480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ambiguous data at the validation layer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Logic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(JSON)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37744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23774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74320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Serializer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DCYN Validation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20640" y="23774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12064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(GCS Bucket)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37744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98080" y="23774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49808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Staged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(BigQuery)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377440"/>
            <a:ext cx="384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875520" y="237744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87552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Staff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(Row-Level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through this pipeline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passes through Task 2's fail-closed CI/CD gate</a:t>
            </a: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lint, format, and secret-scan checks run automatically on every commit. Nothing insecure or malformed reaches the infrastructure above. This is the single control that ties Tasks 1, 2, and 3 together into one coherent, mistake-proof system.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INFRASTRUCTURE AS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Staging Provisioning with Terraform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Encryption (CMEK)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933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KMS key encrypts the D0 raw landing bucket at rest — not relying on Google's default key.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620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ingestion service account can only create objects — it cannot list, read, or delete the bucket's contents.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29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 Fully Blocked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07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uniform_bucket_level_access and public_access_prevention = enforced remove any path to accidental exposure.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97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in BigQuery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5994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staff querying the students table only ever see rows where they are the assigned LSA — enforced at the database layer, not the application layer.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Plan &amp; Apply — Successful Deployment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F60300-C68C-6232-A1C1-49E8C257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087" y="1479603"/>
            <a:ext cx="7646454" cy="4549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 in the GCP Console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ect">
            <a:avLst/>
          </a:prstGeom>
          <a:solidFill>
            <a:srgbClr val="F4F7F9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 GCS bucket in Cloud Storage console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49240" cy="4206240"/>
          </a:xfrm>
          <a:prstGeom prst="rect">
            <a:avLst/>
          </a:prstGeom>
          <a:solidFill>
            <a:srgbClr val="F4F7F9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46520" y="35661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 BigQuery dataset "d1_staged_enforced" and students table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18D645-3A97-43AE-ED04-ECEC559D0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725773"/>
            <a:ext cx="5547360" cy="42178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EF8CCD-CC73-D36A-C038-544BA554A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014" y="1728734"/>
            <a:ext cx="546628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POKA-YOKE BUILD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That Fails Closed, Not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Format Check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933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and Flake8 on Python code, terraform fmt and validate on infrastructure code.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 (Gitleaks)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620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rules detect hardcoded API keys and embedded service-account credentials — the exact failure in the scenario.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29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on Any Failure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07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job fires only when a gate fails, printing an explicit "QUARANTINED — blocked from deploying"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97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Only on a Clean Build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5994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 job requires both prior jobs to succeed — deployment is opt-in through success, never opt-out through absence of failure.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Commit: All Gates Pass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AC37F2-30E1-3B2A-737D-B4558F5EB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359" y="1229436"/>
            <a:ext cx="9819281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Demonstration: Bad Commit Blocked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ect">
            <a:avLst/>
          </a:prstGeom>
          <a:solidFill>
            <a:srgbClr val="F4F7F9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 Gitleaks detecting the hardcoded secret (red / failed)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49240" cy="4206240"/>
          </a:xfrm>
          <a:prstGeom prst="rect">
            <a:avLst/>
          </a:prstGeom>
          <a:solidFill>
            <a:srgbClr val="F4F7F9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46520" y="35661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</a:t>
            </a: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screenshot: Quarantine Build job — "This commit is QUARANTINED"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6278F9-2519-BB66-F676-5888E884E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68" y="1591056"/>
            <a:ext cx="5514294" cy="44301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6DAA11-942A-65E0-5E3C-A83C8D302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639" y="1591056"/>
            <a:ext cx="5391241" cy="44301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SCHEMA MAPPING &amp; DCYN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Eliminating Ambiguity, Not Guessing at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DCYN: Deconstructed Yes/No Library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933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yes/no field is normalized to exactly "YES" or "NO" — anything ambiguous (blank, "maybe", partial values) is rejected outright.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Field Validation Limits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620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must match a strict pattern, date_of_birth must imply a real, currently-a-minor age — no vague "any string is fine."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29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 in Code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07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cannot be onboarded at all without guardian consent — this is not left to a human reviewer to catch.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97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Closed, Same as Task 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5994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ambiguous field rejects the entire record. No partial processing of a bad record.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demo_run.py — Three Scenarios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CF9AA2-9465-EAD7-7D67-609147A50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70" y="2179895"/>
            <a:ext cx="11061940" cy="21570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4018E-5C21-1507-439E-75C78B9DF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23D6AC-DDBD-154E-E689-EE2D18002DF3}"/>
              </a:ext>
            </a:extLst>
          </p:cNvPr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EVIDENCE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031B3A-7C64-63FD-D10E-DD2EACE2869A}"/>
              </a:ext>
            </a:extLst>
          </p:cNvPr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demo_run.py — Three Scenarios</a:t>
            </a:r>
            <a:endParaRPr lang="en-US" sz="3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EA7695-A300-7E4C-596F-7961E21A1B4E}"/>
              </a:ext>
            </a:extLst>
          </p:cNvPr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5D2DF9-4E68-8CE4-432D-0D5DB6F39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777" y="1203486"/>
            <a:ext cx="9054852" cy="55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77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9CDC-A3C1-4744-70E8-6BB677B8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12FA30-B656-6D33-BDDA-C1AA479BEF56}"/>
              </a:ext>
            </a:extLst>
          </p:cNvPr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EVIDENCE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B5AE1A-7237-CE36-2190-B1E8159BFC23}"/>
              </a:ext>
            </a:extLst>
          </p:cNvPr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demo_run.py — Three Scenarios</a:t>
            </a:r>
            <a:endParaRPr lang="en-US" sz="3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0C79D1B-FF3C-66FB-E9FA-598A68B7F8A1}"/>
              </a:ext>
            </a:extLst>
          </p:cNvPr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C8D601-EA0B-9FAF-BCDA-E829E7CE2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45" y="2015490"/>
            <a:ext cx="10725509" cy="248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95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JUDGMENT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Constraints vs. Production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72200" y="1737360"/>
            <a:ext cx="5440680" cy="42062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Demo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Google account used as the Row-Level Security grantee and dataset owner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projectOwners / projectReaders special groups stand in for a real Workspace domain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job in the pipeline prints a placeholder message rather than pushing to a real environment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at HabotConnect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lsa-staff@habot.io would be a real, managed Google Workspace group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state would live in a remote GCS backend, not locally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deploy job would push to a real staging/production App Engine environment behind its own approval gate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pipeline, and documentation available in the linked repository below.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</a:t>
            </a:r>
            <a:r>
              <a:rPr lang="en-US" sz="14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https://github.com/fizaaaaaaaa/habot-devops-task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Fiza C 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985</Words>
  <Application>Microsoft Office PowerPoint</Application>
  <PresentationFormat>Widescreen</PresentationFormat>
  <Paragraphs>159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Hadhif Manoly</cp:lastModifiedBy>
  <cp:revision>4</cp:revision>
  <dcterms:created xsi:type="dcterms:W3CDTF">2026-09-13T12:28:51Z</dcterms:created>
  <dcterms:modified xsi:type="dcterms:W3CDTF">2026-09-13T12:50:11Z</dcterms:modified>
</cp:coreProperties>
</file>